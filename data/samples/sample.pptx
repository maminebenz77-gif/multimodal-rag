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OpenAI</c:v>
                </c:pt>
                <c:pt idx="1">
                  <c:v>Internal</c:v>
                </c:pt>
                <c:pt idx="2">
                  <c:v>Local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</c:v>
                </c:pt>
                <c:pt idx="1">
                  <c:v>340</c:v>
                </c:pt>
                <c:pt idx="2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Provider Benchmark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summarizes a small internal benchmark comparing LLM provider latency across the three profiles we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Latency (ms)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OpenAI (hosted)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Internal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internal-llama-70b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Local (MPS)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all-MiniLM-L6-v2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Comparison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Chart, As An Image</a:t>
            </a:r>
          </a:p>
        </p:txBody>
      </p:sp>
      <p:pic>
        <p:nvPicPr>
          <p:cNvPr id="3" name="Picture 2" descr="lat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